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thirty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the board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 named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we are</a:t>
            </a:r>
          </a:p>
          <a:p>
            <a:r>
              <a:t>What changed</a:t>
            </a:r>
          </a:p>
          <a:p>
            <a:r>
              <a:t>What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18% up</a:t>
            </a:r>
          </a:p>
          <a:p>
            <a:r>
              <a:t>Churn 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two engineers</a:t>
            </a:r>
          </a:p>
          <a:p>
            <a:r>
              <a:t>Ship the migration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